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94" y="-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8E4B3-33D9-4B10-9001-2657F069840E}" type="datetimeFigureOut">
              <a:rPr lang="en-US" smtClean="0"/>
              <a:t>9/13/2012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E96A-586D-4A2E-8C6C-28157E053A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8E4B3-33D9-4B10-9001-2657F069840E}" type="datetimeFigureOut">
              <a:rPr lang="en-US" smtClean="0"/>
              <a:t>9/13/2012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E96A-586D-4A2E-8C6C-28157E053A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8E4B3-33D9-4B10-9001-2657F069840E}" type="datetimeFigureOut">
              <a:rPr lang="en-US" smtClean="0"/>
              <a:t>9/13/2012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E96A-586D-4A2E-8C6C-28157E053A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8E4B3-33D9-4B10-9001-2657F069840E}" type="datetimeFigureOut">
              <a:rPr lang="en-US" smtClean="0"/>
              <a:t>9/13/2012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E96A-586D-4A2E-8C6C-28157E053A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8E4B3-33D9-4B10-9001-2657F069840E}" type="datetimeFigureOut">
              <a:rPr lang="en-US" smtClean="0"/>
              <a:t>9/13/2012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E96A-586D-4A2E-8C6C-28157E053A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8E4B3-33D9-4B10-9001-2657F069840E}" type="datetimeFigureOut">
              <a:rPr lang="en-US" smtClean="0"/>
              <a:t>9/13/2012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E96A-586D-4A2E-8C6C-28157E053A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8E4B3-33D9-4B10-9001-2657F069840E}" type="datetimeFigureOut">
              <a:rPr lang="en-US" smtClean="0"/>
              <a:t>9/13/2012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E96A-586D-4A2E-8C6C-28157E053A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8E4B3-33D9-4B10-9001-2657F069840E}" type="datetimeFigureOut">
              <a:rPr lang="en-US" smtClean="0"/>
              <a:t>9/13/2012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E96A-586D-4A2E-8C6C-28157E053A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8E4B3-33D9-4B10-9001-2657F069840E}" type="datetimeFigureOut">
              <a:rPr lang="en-US" smtClean="0"/>
              <a:t>9/13/2012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E96A-586D-4A2E-8C6C-28157E053A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8E4B3-33D9-4B10-9001-2657F069840E}" type="datetimeFigureOut">
              <a:rPr lang="en-US" smtClean="0"/>
              <a:t>9/13/2012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E96A-586D-4A2E-8C6C-28157E053A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8E4B3-33D9-4B10-9001-2657F069840E}" type="datetimeFigureOut">
              <a:rPr lang="en-US" smtClean="0"/>
              <a:t>9/13/2012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E96A-586D-4A2E-8C6C-28157E053A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8E4B3-33D9-4B10-9001-2657F069840E}" type="datetimeFigureOut">
              <a:rPr lang="en-US" smtClean="0"/>
              <a:t>9/13/2012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6E96A-586D-4A2E-8C6C-28157E053AE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http://gigazine.jp/img/2009/11/09/pizzahut_macrossf_box_onepiece_calendar/P115094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4536471"/>
          <a:ext cx="2895600" cy="2321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818"/>
                <a:gridCol w="1245782"/>
              </a:tblGrid>
              <a:tr h="4071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ekton Pro" pitchFamily="34" charset="0"/>
                        </a:rPr>
                        <a:t>2(1)-1= 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ekton Pro" pitchFamily="34" charset="0"/>
                        </a:rPr>
                        <a:t>2(6)-1=11</a:t>
                      </a:r>
                      <a:endParaRPr lang="en-US" sz="1400" dirty="0"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</a:tr>
              <a:tr h="54159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Tekton Pro" pitchFamily="34" charset="0"/>
                        </a:rPr>
                        <a:t>2(2)-1=3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Tekton Pro" pitchFamily="34" charset="0"/>
                        </a:rPr>
                        <a:t>2(7)-1=13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</a:tr>
              <a:tr h="5873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Tekton Pro" pitchFamily="34" charset="0"/>
                        </a:rPr>
                        <a:t>2(3)-1=5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Tekton Pro" pitchFamily="34" charset="0"/>
                        </a:rPr>
                        <a:t>2(8)-1=15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</a:tr>
              <a:tr h="48063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Tekton Pro" pitchFamily="34" charset="0"/>
                        </a:rPr>
                        <a:t>2(4)-1=7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Tekton Pro" pitchFamily="34" charset="0"/>
                        </a:rPr>
                        <a:t>2(9)-1=17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Tekton Pro" pitchFamily="34" charset="0"/>
                        </a:rPr>
                        <a:t>2(5)-1=9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Tekton Pro" pitchFamily="34" charset="0"/>
                        </a:rPr>
                        <a:t>2(10)-1=19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304800"/>
          <a:ext cx="1676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</a:tblGrid>
              <a:tr h="38100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  <a:latin typeface="Tekton Pro" pitchFamily="34" charset="0"/>
                        </a:rPr>
                        <a:t>2(2)^1-1=2</a:t>
                      </a:r>
                      <a:endParaRPr lang="en-US" sz="1400" dirty="0">
                        <a:solidFill>
                          <a:schemeClr val="bg1"/>
                        </a:solidFill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Tekton Pro" pitchFamily="34" charset="0"/>
                        </a:rPr>
                        <a:t>2(2)^2-1=4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Tekton Pro" pitchFamily="34" charset="0"/>
                        </a:rPr>
                        <a:t>2(2)^3-1=8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Tekton Pro" pitchFamily="34" charset="0"/>
                        </a:rPr>
                        <a:t>2(2)^4-1=16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Tekton Pro" pitchFamily="34" charset="0"/>
                        </a:rPr>
                        <a:t>2(2)^5-1=32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20521273">
            <a:off x="2790653" y="1369938"/>
            <a:ext cx="4650925" cy="4499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 rot="20759630">
            <a:off x="1846563" y="411058"/>
            <a:ext cx="421128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2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PIZZA &amp; MARINARA SAUCE</a:t>
            </a:r>
            <a:endParaRPr lang="en-US" sz="2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284674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2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Arithmetic Sequence</a:t>
            </a:r>
            <a:endParaRPr lang="en-US" sz="2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4" name="Oval 13"/>
          <p:cNvSpPr/>
          <p:nvPr/>
        </p:nvSpPr>
        <p:spPr>
          <a:xfrm>
            <a:off x="609600" y="2286000"/>
            <a:ext cx="76200" cy="152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-1" y="2133600"/>
          <a:ext cx="2039815" cy="195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954"/>
                <a:gridCol w="1529861"/>
              </a:tblGrid>
              <a:tr h="4724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  <a:latin typeface="Tekton Pro" pitchFamily="34" charset="0"/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  <a:latin typeface="Tekton Pro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  <a:latin typeface="Tekton Pro" pitchFamily="34" charset="0"/>
                        </a:rPr>
                        <a:t>3</a:t>
                      </a:r>
                      <a:endParaRPr lang="en-US" dirty="0">
                        <a:solidFill>
                          <a:schemeClr val="bg1"/>
                        </a:solidFill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  <a:latin typeface="Tekton Pro" pitchFamily="34" charset="0"/>
                        </a:rPr>
                        <a:t>4</a:t>
                      </a:r>
                      <a:endParaRPr lang="en-US" dirty="0">
                        <a:solidFill>
                          <a:schemeClr val="bg1"/>
                        </a:solidFill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  <a:latin typeface="Tekton Pro" pitchFamily="34" charset="0"/>
                        </a:rPr>
                        <a:t>5</a:t>
                      </a:r>
                      <a:endParaRPr lang="en-US" dirty="0">
                        <a:solidFill>
                          <a:schemeClr val="bg1"/>
                        </a:solidFill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ekton Pro" pitchFamily="34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9" name="Oval 18"/>
          <p:cNvSpPr/>
          <p:nvPr/>
        </p:nvSpPr>
        <p:spPr>
          <a:xfrm>
            <a:off x="762000" y="2667000"/>
            <a:ext cx="76200" cy="228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838200" y="2362200"/>
            <a:ext cx="76200" cy="152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533400" y="2743200"/>
            <a:ext cx="76200" cy="152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990600" y="2743200"/>
            <a:ext cx="152400" cy="228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371600" y="2819400"/>
            <a:ext cx="76200" cy="152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533400" y="3124200"/>
            <a:ext cx="76200" cy="152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685800" y="3124200"/>
            <a:ext cx="76200" cy="152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914400" y="3124200"/>
            <a:ext cx="76200" cy="152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143000" y="3124200"/>
            <a:ext cx="76200" cy="152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1447800" y="3124200"/>
            <a:ext cx="76200" cy="152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1066800" y="3124200"/>
            <a:ext cx="76200" cy="152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1676400" y="3124200"/>
            <a:ext cx="76200" cy="152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295400" y="3124200"/>
            <a:ext cx="76200" cy="152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533400" y="3352800"/>
            <a:ext cx="76200" cy="152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09600" y="3505200"/>
            <a:ext cx="76200" cy="152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685800" y="34290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762000" y="35814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838200" y="34290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762000" y="34290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990600" y="35052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990600" y="34290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143000" y="35052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1143000" y="34290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1295400" y="34290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1295400" y="35814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1295400" y="35052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1447800" y="34290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1447800" y="35814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1600200" y="34290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533400" y="37338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533400" y="38862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533400" y="40386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685800" y="38100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685800" y="38862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685800" y="40386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762000" y="39624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838200" y="38100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838200" y="39624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838200" y="38862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762000" y="38100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990600" y="38100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990600" y="38862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914400" y="39624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1066800" y="3962400"/>
            <a:ext cx="109025" cy="949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1143000" y="38100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1295400" y="39624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1295400" y="38100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1295400" y="38862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1447800" y="38100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1447800" y="38862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1447800" y="37338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1447800" y="39624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1676400" y="38100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1676400" y="38862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1676400" y="39624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1752600" y="37338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1524000" y="38100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1524000" y="38862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1828800" y="38862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1219200" y="38862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1752600" y="3962400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0" y="0"/>
            <a:ext cx="282910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Geometric Sequence</a:t>
            </a:r>
            <a:endParaRPr lang="en-US" sz="2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681770" y="5903893"/>
            <a:ext cx="346223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ekton Pro" pitchFamily="34" charset="0"/>
              </a:rPr>
              <a:t>T</a:t>
            </a:r>
            <a:r>
              <a:rPr lang="en-US" sz="1400" dirty="0" smtClean="0">
                <a:solidFill>
                  <a:schemeClr val="bg1"/>
                </a:solidFill>
                <a:latin typeface="Tekton Pro" pitchFamily="34" charset="0"/>
              </a:rPr>
              <a:t>he pizza with the one pepperoni,</a:t>
            </a:r>
          </a:p>
          <a:p>
            <a:r>
              <a:rPr lang="en-US" sz="1400" dirty="0" smtClean="0">
                <a:solidFill>
                  <a:schemeClr val="bg1"/>
                </a:solidFill>
                <a:latin typeface="Tekton Pro" pitchFamily="34" charset="0"/>
              </a:rPr>
              <a:t>starts our display going clockwise, to exhibit </a:t>
            </a:r>
          </a:p>
          <a:p>
            <a:r>
              <a:rPr lang="en-US" sz="1400" dirty="0" smtClean="0">
                <a:solidFill>
                  <a:schemeClr val="bg1"/>
                </a:solidFill>
                <a:latin typeface="Tekton Pro" pitchFamily="34" charset="0"/>
              </a:rPr>
              <a:t>The increase in pepperonis by 2 to </a:t>
            </a:r>
          </a:p>
          <a:p>
            <a:r>
              <a:rPr lang="en-US" sz="1400" dirty="0" smtClean="0">
                <a:solidFill>
                  <a:schemeClr val="bg1"/>
                </a:solidFill>
                <a:latin typeface="Tekton Pro" pitchFamily="34" charset="0"/>
              </a:rPr>
              <a:t>demonstrate the arithmetic sequence .</a:t>
            </a:r>
            <a:endParaRPr lang="en-US" sz="1400" dirty="0">
              <a:solidFill>
                <a:schemeClr val="bg1"/>
              </a:solidFill>
              <a:latin typeface="Tekton Pro" pitchFamily="34" charset="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2819400" y="6273225"/>
            <a:ext cx="281500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&lt;Formula2(n)-1</a:t>
            </a:r>
            <a:endParaRPr lang="en-US" sz="3200" b="1" cap="none" spc="0" dirty="0">
              <a:ln w="50800"/>
              <a:solidFill>
                <a:schemeClr val="bg1">
                  <a:shade val="50000"/>
                </a:schemeClr>
              </a:solidFill>
              <a:effectLst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710111" y="381000"/>
            <a:ext cx="343388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Tekton Pro" pitchFamily="34" charset="0"/>
              </a:rPr>
              <a:t>The table with the red dots</a:t>
            </a:r>
          </a:p>
          <a:p>
            <a:r>
              <a:rPr lang="en-US" sz="1400" dirty="0" smtClean="0">
                <a:latin typeface="Tekton Pro" pitchFamily="34" charset="0"/>
              </a:rPr>
              <a:t>Hypothetically display the marinara sauce</a:t>
            </a:r>
          </a:p>
          <a:p>
            <a:r>
              <a:rPr lang="en-US" sz="1400" dirty="0" smtClean="0">
                <a:latin typeface="Tekton Pro" pitchFamily="34" charset="0"/>
              </a:rPr>
              <a:t>As well as represent the geometric sequence</a:t>
            </a:r>
          </a:p>
          <a:p>
            <a:r>
              <a:rPr lang="en-US" sz="1400" dirty="0" smtClean="0">
                <a:latin typeface="Tekton Pro" pitchFamily="34" charset="0"/>
              </a:rPr>
              <a:t> by accurately displaying the quantity</a:t>
            </a:r>
          </a:p>
          <a:p>
            <a:r>
              <a:rPr lang="en-US" sz="1400" dirty="0" smtClean="0">
                <a:latin typeface="Tekton Pro" pitchFamily="34" charset="0"/>
              </a:rPr>
              <a:t> of sauce up until the 5</a:t>
            </a:r>
            <a:r>
              <a:rPr lang="en-US" sz="1400" baseline="30000" dirty="0" smtClean="0">
                <a:latin typeface="Tekton Pro" pitchFamily="34" charset="0"/>
              </a:rPr>
              <a:t>th</a:t>
            </a:r>
            <a:r>
              <a:rPr lang="en-US" sz="1400" dirty="0" smtClean="0">
                <a:latin typeface="Tekton Pro" pitchFamily="34" charset="0"/>
              </a:rPr>
              <a:t> term.</a:t>
            </a:r>
            <a:endParaRPr lang="en-US" sz="1400" dirty="0">
              <a:latin typeface="Tekton Pro" pitchFamily="34" charset="0"/>
            </a:endParaRPr>
          </a:p>
        </p:txBody>
      </p:sp>
      <p:sp>
        <p:nvSpPr>
          <p:cNvPr id="86" name="Rectangle 85"/>
          <p:cNvSpPr/>
          <p:nvPr/>
        </p:nvSpPr>
        <p:spPr>
          <a:xfrm rot="19742309">
            <a:off x="1414194" y="1727251"/>
            <a:ext cx="221413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2000" b="1" cap="none" spc="0" dirty="0" smtClean="0">
                <a:ln w="50800"/>
                <a:solidFill>
                  <a:schemeClr val="bg1">
                    <a:shade val="50000"/>
                  </a:schemeClr>
                </a:solidFill>
                <a:effectLst/>
              </a:rPr>
              <a:t>Formula: 2(2)^n-1</a:t>
            </a:r>
            <a:endParaRPr lang="en-US" sz="2000" b="1" cap="none" spc="0" dirty="0">
              <a:ln w="50800"/>
              <a:solidFill>
                <a:schemeClr val="bg1">
                  <a:shade val="50000"/>
                </a:schemeClr>
              </a:solidFill>
              <a:effectLst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7680971" y="1524000"/>
            <a:ext cx="1463029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KATIE HUNT</a:t>
            </a:r>
          </a:p>
          <a:p>
            <a:pPr algn="ctr"/>
            <a:r>
              <a:rPr lang="en-US" sz="2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09/14/12</a:t>
            </a:r>
          </a:p>
          <a:p>
            <a:pPr algn="ctr"/>
            <a:r>
              <a:rPr lang="en-US" sz="2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50</a:t>
            </a:r>
            <a:r>
              <a:rPr lang="en-US" sz="2000" b="1" cap="all" baseline="3000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th</a:t>
            </a:r>
            <a:r>
              <a:rPr lang="en-US" sz="2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block</a:t>
            </a:r>
            <a:endParaRPr lang="en-US" sz="2000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135</Words>
  <Application>Microsoft Office PowerPoint</Application>
  <PresentationFormat>On-screen Show (4:3)</PresentationFormat>
  <Paragraphs>37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Toshiba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stephaniehunt</dc:creator>
  <cp:lastModifiedBy>stephaniehunt</cp:lastModifiedBy>
  <cp:revision>17</cp:revision>
  <dcterms:created xsi:type="dcterms:W3CDTF">2012-09-13T23:17:31Z</dcterms:created>
  <dcterms:modified xsi:type="dcterms:W3CDTF">2012-09-14T02:03:48Z</dcterms:modified>
</cp:coreProperties>
</file>